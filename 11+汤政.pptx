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9"/>
  </p:notesMasterIdLst>
  <p:sldIdLst>
    <p:sldId id="270" r:id="rId2"/>
    <p:sldId id="287" r:id="rId3"/>
    <p:sldId id="277" r:id="rId4"/>
    <p:sldId id="304" r:id="rId5"/>
    <p:sldId id="312" r:id="rId6"/>
    <p:sldId id="313" r:id="rId7"/>
    <p:sldId id="275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>
      <p:cViewPr varScale="1">
        <p:scale>
          <a:sx n="115" d="100"/>
          <a:sy n="115" d="100"/>
        </p:scale>
        <p:origin x="15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D8C88-D521-4846-8226-A382AB457B79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7539E-C0E1-4FCB-8759-F692F35C07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5F63CE-00F1-4E5C-BEB6-170801D50970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85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5F63CE-00F1-4E5C-BEB6-170801D50970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707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5F63CE-00F1-4E5C-BEB6-170801D50970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75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5F63CE-00F1-4E5C-BEB6-170801D50970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95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5F63CE-00F1-4E5C-BEB6-170801D50970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83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6998" y="188640"/>
            <a:ext cx="13144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5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73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66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71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21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03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61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16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25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87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425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601248"/>
            <a:ext cx="7772400" cy="702346"/>
          </a:xfrm>
        </p:spPr>
        <p:txBody>
          <a:bodyPr anchor="t">
            <a:normAutofit/>
          </a:bodyPr>
          <a:lstStyle>
            <a:lvl1pPr algn="l">
              <a:defRPr sz="3200" b="0" i="0">
                <a:latin typeface="Gotham-Bold"/>
                <a:cs typeface="Gotham-Bold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311574"/>
            <a:ext cx="6400800" cy="411137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  <a:latin typeface="Gotham-Medium"/>
                <a:cs typeface="Gotham-Medium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985" y="6186897"/>
            <a:ext cx="402934" cy="365125"/>
          </a:xfrm>
        </p:spPr>
        <p:txBody>
          <a:bodyPr anchor="t"/>
          <a:lstStyle>
            <a:lvl1pPr>
              <a:defRPr b="0" i="0">
                <a:solidFill>
                  <a:schemeClr val="tx1"/>
                </a:solidFill>
                <a:latin typeface="Gotham-Bold"/>
                <a:cs typeface="Gotham-Bold"/>
              </a:defRPr>
            </a:lvl1pPr>
          </a:lstStyle>
          <a:p>
            <a:fld id="{9380A3BF-C42B-5B4A-8FD1-FDF44958D93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429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902465"/>
            <a:ext cx="7772400" cy="702346"/>
          </a:xfrm>
        </p:spPr>
        <p:txBody>
          <a:bodyPr anchor="t">
            <a:normAutofit/>
          </a:bodyPr>
          <a:lstStyle>
            <a:lvl1pPr algn="l">
              <a:defRPr sz="3200" b="0" i="0">
                <a:latin typeface="Gotham-Bold"/>
                <a:cs typeface="Gotham-Bold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612791"/>
            <a:ext cx="6400800" cy="411137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  <a:latin typeface="Gotham-Medium"/>
                <a:cs typeface="Gotham-Medium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984" y="6186897"/>
            <a:ext cx="518701" cy="365125"/>
          </a:xfrm>
        </p:spPr>
        <p:txBody>
          <a:bodyPr anchor="t"/>
          <a:lstStyle>
            <a:lvl1pPr>
              <a:defRPr b="0" i="0">
                <a:solidFill>
                  <a:schemeClr val="tx1"/>
                </a:solidFill>
                <a:latin typeface="Gotham-Bold"/>
                <a:cs typeface="Gotham-Bold"/>
              </a:defRPr>
            </a:lvl1pPr>
          </a:lstStyle>
          <a:p>
            <a:fld id="{9380A3BF-C42B-5B4A-8FD1-FDF44958D93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116632"/>
            <a:ext cx="1072116" cy="5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57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2021/8/4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56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null.png" descr="descr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403065" y="3931825"/>
            <a:ext cx="1634290" cy="844687"/>
          </a:xfrm>
          <a:prstGeom prst="rect">
            <a:avLst/>
          </a:prstGeom>
        </p:spPr>
      </p:pic>
      <p:pic>
        <p:nvPicPr>
          <p:cNvPr id="14" name="null.png" descr="descr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-8264" y="5401070"/>
            <a:ext cx="3140104" cy="1449498"/>
          </a:xfrm>
          <a:prstGeom prst="rect">
            <a:avLst/>
          </a:prstGeom>
        </p:spPr>
      </p:pic>
      <p:pic>
        <p:nvPicPr>
          <p:cNvPr id="15" name="null.png" descr="descr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16200000">
            <a:off x="-515227" y="5058298"/>
            <a:ext cx="2102066" cy="1088140"/>
          </a:xfrm>
          <a:prstGeom prst="rect">
            <a:avLst/>
          </a:prstGeom>
        </p:spPr>
      </p:pic>
      <p:pic>
        <p:nvPicPr>
          <p:cNvPr id="16" name="null.png" descr="descr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-348666" y="2971015"/>
            <a:ext cx="1495855" cy="815050"/>
          </a:xfrm>
          <a:prstGeom prst="rect">
            <a:avLst/>
          </a:prstGeom>
        </p:spPr>
      </p:pic>
      <p:pic>
        <p:nvPicPr>
          <p:cNvPr id="17" name="null.png" descr="descr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47758" y="2808082"/>
            <a:ext cx="3538273" cy="4153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F53BFAD-2040-4051-AEC5-C86447F66EA3}"/>
              </a:ext>
            </a:extLst>
          </p:cNvPr>
          <p:cNvSpPr txBox="1"/>
          <p:nvPr/>
        </p:nvSpPr>
        <p:spPr>
          <a:xfrm>
            <a:off x="1775831" y="2245891"/>
            <a:ext cx="541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转正汇报</a:t>
            </a:r>
            <a:endParaRPr lang="zh-CN" altLang="en-US" sz="4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EF3E77-EC5B-48BF-A31A-4889E8E0684E}"/>
              </a:ext>
            </a:extLst>
          </p:cNvPr>
          <p:cNvSpPr txBox="1"/>
          <p:nvPr/>
        </p:nvSpPr>
        <p:spPr>
          <a:xfrm>
            <a:off x="2856227" y="4892431"/>
            <a:ext cx="3249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汇报人：汤政</a:t>
            </a:r>
            <a:endParaRPr lang="en-US" altLang="zh-CN" sz="16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EF3E77-EC5B-48BF-A31A-4889E8E0684E}"/>
              </a:ext>
            </a:extLst>
          </p:cNvPr>
          <p:cNvSpPr txBox="1"/>
          <p:nvPr/>
        </p:nvSpPr>
        <p:spPr>
          <a:xfrm>
            <a:off x="5271683" y="3139842"/>
            <a:ext cx="4956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后端开发工程师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188640"/>
            <a:ext cx="1072116" cy="5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4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259095" y="2378550"/>
            <a:ext cx="134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8544" y="415525"/>
            <a:ext cx="36963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AGENDA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66"/>
          <p:cNvSpPr>
            <a:spLocks/>
          </p:cNvSpPr>
          <p:nvPr/>
        </p:nvSpPr>
        <p:spPr bwMode="auto">
          <a:xfrm>
            <a:off x="683569" y="1340768"/>
            <a:ext cx="4968552" cy="5171054"/>
          </a:xfrm>
          <a:custGeom>
            <a:avLst/>
            <a:gdLst>
              <a:gd name="connsiteX0" fmla="*/ 3859967 w 5879683"/>
              <a:gd name="connsiteY0" fmla="*/ 0 h 6080019"/>
              <a:gd name="connsiteX1" fmla="*/ 4112189 w 5879683"/>
              <a:gd name="connsiteY1" fmla="*/ 1506708 h 6080019"/>
              <a:gd name="connsiteX2" fmla="*/ 2712241 w 5879683"/>
              <a:gd name="connsiteY2" fmla="*/ 2332968 h 6080019"/>
              <a:gd name="connsiteX3" fmla="*/ 606535 w 5879683"/>
              <a:gd name="connsiteY3" fmla="*/ 4372000 h 6080019"/>
              <a:gd name="connsiteX4" fmla="*/ 1316921 w 5879683"/>
              <a:gd name="connsiteY4" fmla="*/ 5047820 h 6080019"/>
              <a:gd name="connsiteX5" fmla="*/ 4723998 w 5879683"/>
              <a:gd name="connsiteY5" fmla="*/ 5435664 h 6080019"/>
              <a:gd name="connsiteX6" fmla="*/ 4808310 w 5879683"/>
              <a:gd name="connsiteY6" fmla="*/ 5429676 h 6080019"/>
              <a:gd name="connsiteX7" fmla="*/ 4961760 w 5879683"/>
              <a:gd name="connsiteY7" fmla="*/ 5207111 h 6080019"/>
              <a:gd name="connsiteX8" fmla="*/ 5879683 w 5879683"/>
              <a:gd name="connsiteY8" fmla="*/ 5581914 h 6080019"/>
              <a:gd name="connsiteX9" fmla="*/ 4359923 w 5879683"/>
              <a:gd name="connsiteY9" fmla="*/ 6080019 h 6080019"/>
              <a:gd name="connsiteX10" fmla="*/ 4478454 w 5879683"/>
              <a:gd name="connsiteY10" fmla="*/ 5908101 h 6080019"/>
              <a:gd name="connsiteX11" fmla="*/ 4184148 w 5879683"/>
              <a:gd name="connsiteY11" fmla="*/ 5922625 h 6080019"/>
              <a:gd name="connsiteX12" fmla="*/ 1205851 w 5879683"/>
              <a:gd name="connsiteY12" fmla="*/ 5552371 h 6080019"/>
              <a:gd name="connsiteX13" fmla="*/ 625046 w 5879683"/>
              <a:gd name="connsiteY13" fmla="*/ 5223719 h 6080019"/>
              <a:gd name="connsiteX14" fmla="*/ 264068 w 5879683"/>
              <a:gd name="connsiteY14" fmla="*/ 3453163 h 6080019"/>
              <a:gd name="connsiteX15" fmla="*/ 3019998 w 5879683"/>
              <a:gd name="connsiteY15" fmla="*/ 2011259 h 6080019"/>
              <a:gd name="connsiteX16" fmla="*/ 3816002 w 5879683"/>
              <a:gd name="connsiteY16" fmla="*/ 1564570 h 6080019"/>
              <a:gd name="connsiteX17" fmla="*/ 3859967 w 5879683"/>
              <a:gd name="connsiteY17" fmla="*/ 0 h 608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879683" h="6080019">
                <a:moveTo>
                  <a:pt x="3859967" y="0"/>
                </a:moveTo>
                <a:cubicBezTo>
                  <a:pt x="4362097" y="358740"/>
                  <a:pt x="4642087" y="941982"/>
                  <a:pt x="4112189" y="1506708"/>
                </a:cubicBezTo>
                <a:cubicBezTo>
                  <a:pt x="3762781" y="1877021"/>
                  <a:pt x="3175034" y="2136239"/>
                  <a:pt x="2712241" y="2332968"/>
                </a:cubicBezTo>
                <a:cubicBezTo>
                  <a:pt x="1997227" y="2633847"/>
                  <a:pt x="171510" y="3247176"/>
                  <a:pt x="606535" y="4372000"/>
                </a:cubicBezTo>
                <a:cubicBezTo>
                  <a:pt x="729175" y="4686765"/>
                  <a:pt x="1029990" y="4897381"/>
                  <a:pt x="1316921" y="5047820"/>
                </a:cubicBezTo>
                <a:cubicBezTo>
                  <a:pt x="2186827" y="5499139"/>
                  <a:pt x="3628218" y="5507004"/>
                  <a:pt x="4723998" y="5435664"/>
                </a:cubicBezTo>
                <a:lnTo>
                  <a:pt x="4808310" y="5429676"/>
                </a:lnTo>
                <a:lnTo>
                  <a:pt x="4961760" y="5207111"/>
                </a:lnTo>
                <a:lnTo>
                  <a:pt x="5879683" y="5581914"/>
                </a:lnTo>
                <a:lnTo>
                  <a:pt x="4359923" y="6080019"/>
                </a:lnTo>
                <a:lnTo>
                  <a:pt x="4478454" y="5908101"/>
                </a:lnTo>
                <a:lnTo>
                  <a:pt x="4184148" y="5922625"/>
                </a:lnTo>
                <a:cubicBezTo>
                  <a:pt x="3187544" y="5964741"/>
                  <a:pt x="2102801" y="5947275"/>
                  <a:pt x="1205851" y="5552371"/>
                </a:cubicBezTo>
                <a:cubicBezTo>
                  <a:pt x="1002222" y="5462107"/>
                  <a:pt x="807849" y="5353328"/>
                  <a:pt x="625046" y="5223719"/>
                </a:cubicBezTo>
                <a:cubicBezTo>
                  <a:pt x="276" y="4774715"/>
                  <a:pt x="-221864" y="4103524"/>
                  <a:pt x="264068" y="3453163"/>
                </a:cubicBezTo>
                <a:cubicBezTo>
                  <a:pt x="743058" y="2809745"/>
                  <a:pt x="2263332" y="2351484"/>
                  <a:pt x="3019998" y="2011259"/>
                </a:cubicBezTo>
                <a:cubicBezTo>
                  <a:pt x="3293046" y="1888593"/>
                  <a:pt x="3577663" y="1745097"/>
                  <a:pt x="3816002" y="1564570"/>
                </a:cubicBezTo>
                <a:cubicBezTo>
                  <a:pt x="4491679" y="1057705"/>
                  <a:pt x="4359783" y="460576"/>
                  <a:pt x="3859967" y="0"/>
                </a:cubicBezTo>
                <a:close/>
              </a:path>
            </a:pathLst>
          </a:custGeom>
          <a:solidFill>
            <a:srgbClr val="6C79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9" name="Freeform 67"/>
          <p:cNvSpPr>
            <a:spLocks/>
          </p:cNvSpPr>
          <p:nvPr/>
        </p:nvSpPr>
        <p:spPr bwMode="auto">
          <a:xfrm>
            <a:off x="890519" y="1424830"/>
            <a:ext cx="3841070" cy="4788441"/>
          </a:xfrm>
          <a:custGeom>
            <a:avLst/>
            <a:gdLst>
              <a:gd name="connsiteX0" fmla="*/ 2256537 w 4545444"/>
              <a:gd name="connsiteY0" fmla="*/ 5459202 h 5630150"/>
              <a:gd name="connsiteX1" fmla="*/ 2494614 w 4545444"/>
              <a:gd name="connsiteY1" fmla="*/ 5490324 h 5630150"/>
              <a:gd name="connsiteX2" fmla="*/ 4501279 w 4545444"/>
              <a:gd name="connsiteY2" fmla="*/ 5522041 h 5630150"/>
              <a:gd name="connsiteX3" fmla="*/ 4545249 w 4545444"/>
              <a:gd name="connsiteY3" fmla="*/ 5561385 h 5630150"/>
              <a:gd name="connsiteX4" fmla="*/ 4505907 w 4545444"/>
              <a:gd name="connsiteY4" fmla="*/ 5607672 h 5630150"/>
              <a:gd name="connsiteX5" fmla="*/ 2419318 w 4545444"/>
              <a:gd name="connsiteY5" fmla="*/ 5557726 h 5630150"/>
              <a:gd name="connsiteX6" fmla="*/ 2235390 w 4545444"/>
              <a:gd name="connsiteY6" fmla="*/ 5531069 h 5630150"/>
              <a:gd name="connsiteX7" fmla="*/ 618660 w 4545444"/>
              <a:gd name="connsiteY7" fmla="*/ 4907146 h 5630150"/>
              <a:gd name="connsiteX8" fmla="*/ 632400 w 4545444"/>
              <a:gd name="connsiteY8" fmla="*/ 4917588 h 5630150"/>
              <a:gd name="connsiteX9" fmla="*/ 1856847 w 4545444"/>
              <a:gd name="connsiteY9" fmla="*/ 5391925 h 5630150"/>
              <a:gd name="connsiteX10" fmla="*/ 2034852 w 4545444"/>
              <a:gd name="connsiteY10" fmla="*/ 5423658 h 5630150"/>
              <a:gd name="connsiteX11" fmla="*/ 2014093 w 4545444"/>
              <a:gd name="connsiteY11" fmla="*/ 5495358 h 5630150"/>
              <a:gd name="connsiteX12" fmla="*/ 1758065 w 4545444"/>
              <a:gd name="connsiteY12" fmla="*/ 5445168 h 5630150"/>
              <a:gd name="connsiteX13" fmla="*/ 623058 w 4545444"/>
              <a:gd name="connsiteY13" fmla="*/ 4995217 h 5630150"/>
              <a:gd name="connsiteX14" fmla="*/ 574601 w 4545444"/>
              <a:gd name="connsiteY14" fmla="*/ 4959683 h 5630150"/>
              <a:gd name="connsiteX15" fmla="*/ 56894 w 4545444"/>
              <a:gd name="connsiteY15" fmla="*/ 3655972 h 5630150"/>
              <a:gd name="connsiteX16" fmla="*/ 114769 w 4545444"/>
              <a:gd name="connsiteY16" fmla="*/ 3681320 h 5630150"/>
              <a:gd name="connsiteX17" fmla="*/ 80108 w 4545444"/>
              <a:gd name="connsiteY17" fmla="*/ 3791413 h 5630150"/>
              <a:gd name="connsiteX18" fmla="*/ 203845 w 4545444"/>
              <a:gd name="connsiteY18" fmla="*/ 4459754 h 5630150"/>
              <a:gd name="connsiteX19" fmla="*/ 432817 w 4545444"/>
              <a:gd name="connsiteY19" fmla="*/ 4753361 h 5630150"/>
              <a:gd name="connsiteX20" fmla="*/ 437043 w 4545444"/>
              <a:gd name="connsiteY20" fmla="*/ 4757128 h 5630150"/>
              <a:gd name="connsiteX21" fmla="*/ 393339 w 4545444"/>
              <a:gd name="connsiteY21" fmla="*/ 4809243 h 5630150"/>
              <a:gd name="connsiteX22" fmla="*/ 316280 w 4545444"/>
              <a:gd name="connsiteY22" fmla="*/ 4730599 h 5630150"/>
              <a:gd name="connsiteX23" fmla="*/ 102021 w 4545444"/>
              <a:gd name="connsiteY23" fmla="*/ 4404210 h 5630150"/>
              <a:gd name="connsiteX24" fmla="*/ 42457 w 4545444"/>
              <a:gd name="connsiteY24" fmla="*/ 3693267 h 5630150"/>
              <a:gd name="connsiteX25" fmla="*/ 929004 w 4545444"/>
              <a:gd name="connsiteY25" fmla="*/ 2786814 h 5630150"/>
              <a:gd name="connsiteX26" fmla="*/ 956746 w 4545444"/>
              <a:gd name="connsiteY26" fmla="*/ 2834023 h 5630150"/>
              <a:gd name="connsiteX27" fmla="*/ 807170 w 4545444"/>
              <a:gd name="connsiteY27" fmla="*/ 2926453 h 5630150"/>
              <a:gd name="connsiteX28" fmla="*/ 289168 w 4545444"/>
              <a:gd name="connsiteY28" fmla="*/ 3374474 h 5630150"/>
              <a:gd name="connsiteX29" fmla="*/ 202845 w 4545444"/>
              <a:gd name="connsiteY29" fmla="*/ 3497409 h 5630150"/>
              <a:gd name="connsiteX30" fmla="*/ 145829 w 4545444"/>
              <a:gd name="connsiteY30" fmla="*/ 3472437 h 5630150"/>
              <a:gd name="connsiteX31" fmla="*/ 199129 w 4545444"/>
              <a:gd name="connsiteY31" fmla="*/ 3391464 h 5630150"/>
              <a:gd name="connsiteX32" fmla="*/ 889422 w 4545444"/>
              <a:gd name="connsiteY32" fmla="*/ 2808754 h 5630150"/>
              <a:gd name="connsiteX33" fmla="*/ 1866690 w 4545444"/>
              <a:gd name="connsiteY33" fmla="*/ 2342652 h 5630150"/>
              <a:gd name="connsiteX34" fmla="*/ 1887488 w 4545444"/>
              <a:gd name="connsiteY34" fmla="*/ 2393291 h 5630150"/>
              <a:gd name="connsiteX35" fmla="*/ 1840098 w 4545444"/>
              <a:gd name="connsiteY35" fmla="*/ 2412028 h 5630150"/>
              <a:gd name="connsiteX36" fmla="*/ 1553013 w 4545444"/>
              <a:gd name="connsiteY36" fmla="*/ 2531900 h 5630150"/>
              <a:gd name="connsiteX37" fmla="*/ 1263822 w 4545444"/>
              <a:gd name="connsiteY37" fmla="*/ 2668275 h 5630150"/>
              <a:gd name="connsiteX38" fmla="*/ 1050436 w 4545444"/>
              <a:gd name="connsiteY38" fmla="*/ 2783374 h 5630150"/>
              <a:gd name="connsiteX39" fmla="*/ 1022313 w 4545444"/>
              <a:gd name="connsiteY39" fmla="*/ 2735091 h 5630150"/>
              <a:gd name="connsiteX40" fmla="*/ 1139549 w 4545444"/>
              <a:gd name="connsiteY40" fmla="*/ 2670106 h 5630150"/>
              <a:gd name="connsiteX41" fmla="*/ 1666136 w 4545444"/>
              <a:gd name="connsiteY41" fmla="*/ 2425016 h 5630150"/>
              <a:gd name="connsiteX42" fmla="*/ 2691412 w 4545444"/>
              <a:gd name="connsiteY42" fmla="*/ 2019045 h 5630150"/>
              <a:gd name="connsiteX43" fmla="*/ 2709493 w 4545444"/>
              <a:gd name="connsiteY43" fmla="*/ 2058447 h 5630150"/>
              <a:gd name="connsiteX44" fmla="*/ 2515802 w 4545444"/>
              <a:gd name="connsiteY44" fmla="*/ 2143103 h 5630150"/>
              <a:gd name="connsiteX45" fmla="*/ 1999688 w 4545444"/>
              <a:gd name="connsiteY45" fmla="*/ 2348928 h 5630150"/>
              <a:gd name="connsiteX46" fmla="*/ 1967235 w 4545444"/>
              <a:gd name="connsiteY46" fmla="*/ 2361760 h 5630150"/>
              <a:gd name="connsiteX47" fmla="*/ 1946919 w 4545444"/>
              <a:gd name="connsiteY47" fmla="*/ 2310047 h 5630150"/>
              <a:gd name="connsiteX48" fmla="*/ 2182498 w 4545444"/>
              <a:gd name="connsiteY48" fmla="*/ 2217829 h 5630150"/>
              <a:gd name="connsiteX49" fmla="*/ 2634236 w 4545444"/>
              <a:gd name="connsiteY49" fmla="*/ 2042495 h 5630150"/>
              <a:gd name="connsiteX50" fmla="*/ 3419929 w 4545444"/>
              <a:gd name="connsiteY50" fmla="*/ 1652893 h 5630150"/>
              <a:gd name="connsiteX51" fmla="*/ 3435936 w 4545444"/>
              <a:gd name="connsiteY51" fmla="*/ 1679865 h 5630150"/>
              <a:gd name="connsiteX52" fmla="*/ 3366230 w 4545444"/>
              <a:gd name="connsiteY52" fmla="*/ 1725659 h 5630150"/>
              <a:gd name="connsiteX53" fmla="*/ 2868625 w 4545444"/>
              <a:gd name="connsiteY53" fmla="*/ 1988895 h 5630150"/>
              <a:gd name="connsiteX54" fmla="*/ 2779467 w 4545444"/>
              <a:gd name="connsiteY54" fmla="*/ 2027864 h 5630150"/>
              <a:gd name="connsiteX55" fmla="*/ 2761652 w 4545444"/>
              <a:gd name="connsiteY55" fmla="*/ 1989574 h 5630150"/>
              <a:gd name="connsiteX56" fmla="*/ 2818870 w 4545444"/>
              <a:gd name="connsiteY56" fmla="*/ 1964884 h 5630150"/>
              <a:gd name="connsiteX57" fmla="*/ 3218283 w 4545444"/>
              <a:gd name="connsiteY57" fmla="*/ 1771311 h 5630150"/>
              <a:gd name="connsiteX58" fmla="*/ 3856693 w 4545444"/>
              <a:gd name="connsiteY58" fmla="*/ 1280930 h 5630150"/>
              <a:gd name="connsiteX59" fmla="*/ 3878857 w 4545444"/>
              <a:gd name="connsiteY59" fmla="*/ 1298486 h 5630150"/>
              <a:gd name="connsiteX60" fmla="*/ 3876698 w 4545444"/>
              <a:gd name="connsiteY60" fmla="*/ 1301552 h 5630150"/>
              <a:gd name="connsiteX61" fmla="*/ 3514716 w 4545444"/>
              <a:gd name="connsiteY61" fmla="*/ 1628110 h 5630150"/>
              <a:gd name="connsiteX62" fmla="*/ 3492103 w 4545444"/>
              <a:gd name="connsiteY62" fmla="*/ 1642966 h 5630150"/>
              <a:gd name="connsiteX63" fmla="*/ 3475028 w 4545444"/>
              <a:gd name="connsiteY63" fmla="*/ 1614196 h 5630150"/>
              <a:gd name="connsiteX64" fmla="*/ 3617263 w 4545444"/>
              <a:gd name="connsiteY64" fmla="*/ 1513296 h 5630150"/>
              <a:gd name="connsiteX65" fmla="*/ 3790149 w 4545444"/>
              <a:gd name="connsiteY65" fmla="*/ 1356801 h 5630150"/>
              <a:gd name="connsiteX66" fmla="*/ 4049529 w 4545444"/>
              <a:gd name="connsiteY66" fmla="*/ 911879 h 5630150"/>
              <a:gd name="connsiteX67" fmla="*/ 4075412 w 4545444"/>
              <a:gd name="connsiteY67" fmla="*/ 916031 h 5630150"/>
              <a:gd name="connsiteX68" fmla="*/ 4071869 w 4545444"/>
              <a:gd name="connsiteY68" fmla="*/ 931641 h 5630150"/>
              <a:gd name="connsiteX69" fmla="*/ 3962076 w 4545444"/>
              <a:gd name="connsiteY69" fmla="*/ 1180319 h 5630150"/>
              <a:gd name="connsiteX70" fmla="*/ 3914053 w 4545444"/>
              <a:gd name="connsiteY70" fmla="*/ 1248509 h 5630150"/>
              <a:gd name="connsiteX71" fmla="*/ 3893587 w 4545444"/>
              <a:gd name="connsiteY71" fmla="*/ 1232095 h 5630150"/>
              <a:gd name="connsiteX72" fmla="*/ 3931196 w 4545444"/>
              <a:gd name="connsiteY72" fmla="*/ 1180211 h 5630150"/>
              <a:gd name="connsiteX73" fmla="*/ 4029829 w 4545444"/>
              <a:gd name="connsiteY73" fmla="*/ 982194 h 5630150"/>
              <a:gd name="connsiteX74" fmla="*/ 4087808 w 4545444"/>
              <a:gd name="connsiteY74" fmla="*/ 593511 h 5630150"/>
              <a:gd name="connsiteX75" fmla="*/ 4093474 w 4545444"/>
              <a:gd name="connsiteY75" fmla="*/ 622281 h 5630150"/>
              <a:gd name="connsiteX76" fmla="*/ 4089935 w 4545444"/>
              <a:gd name="connsiteY76" fmla="*/ 852043 h 5630150"/>
              <a:gd name="connsiteX77" fmla="*/ 4087219 w 4545444"/>
              <a:gd name="connsiteY77" fmla="*/ 864013 h 5630150"/>
              <a:gd name="connsiteX78" fmla="*/ 4061852 w 4545444"/>
              <a:gd name="connsiteY78" fmla="*/ 860755 h 5630150"/>
              <a:gd name="connsiteX79" fmla="*/ 4075471 w 4545444"/>
              <a:gd name="connsiteY79" fmla="*/ 761421 h 5630150"/>
              <a:gd name="connsiteX80" fmla="*/ 4074987 w 4545444"/>
              <a:gd name="connsiteY80" fmla="*/ 646404 h 5630150"/>
              <a:gd name="connsiteX81" fmla="*/ 4067029 w 4545444"/>
              <a:gd name="connsiteY81" fmla="*/ 597339 h 5630150"/>
              <a:gd name="connsiteX82" fmla="*/ 4011395 w 4545444"/>
              <a:gd name="connsiteY82" fmla="*/ 373947 h 5630150"/>
              <a:gd name="connsiteX83" fmla="*/ 4028427 w 4545444"/>
              <a:gd name="connsiteY83" fmla="*/ 404785 h 5630150"/>
              <a:gd name="connsiteX84" fmla="*/ 4078941 w 4545444"/>
              <a:gd name="connsiteY84" fmla="*/ 548501 h 5630150"/>
              <a:gd name="connsiteX85" fmla="*/ 4080499 w 4545444"/>
              <a:gd name="connsiteY85" fmla="*/ 556408 h 5630150"/>
              <a:gd name="connsiteX86" fmla="*/ 4060972 w 4545444"/>
              <a:gd name="connsiteY86" fmla="*/ 560005 h 5630150"/>
              <a:gd name="connsiteX87" fmla="*/ 4057716 w 4545444"/>
              <a:gd name="connsiteY87" fmla="*/ 539931 h 5630150"/>
              <a:gd name="connsiteX88" fmla="*/ 4025964 w 4545444"/>
              <a:gd name="connsiteY88" fmla="*/ 440563 h 5630150"/>
              <a:gd name="connsiteX89" fmla="*/ 3997595 w 4545444"/>
              <a:gd name="connsiteY89" fmla="*/ 380051 h 5630150"/>
              <a:gd name="connsiteX90" fmla="*/ 3901155 w 4545444"/>
              <a:gd name="connsiteY90" fmla="*/ 197856 h 5630150"/>
              <a:gd name="connsiteX91" fmla="*/ 3951662 w 4545444"/>
              <a:gd name="connsiteY91" fmla="*/ 265789 h 5630150"/>
              <a:gd name="connsiteX92" fmla="*/ 3997798 w 4545444"/>
              <a:gd name="connsiteY92" fmla="*/ 349324 h 5630150"/>
              <a:gd name="connsiteX93" fmla="*/ 3985699 w 4545444"/>
              <a:gd name="connsiteY93" fmla="*/ 354676 h 5630150"/>
              <a:gd name="connsiteX94" fmla="*/ 3982036 w 4545444"/>
              <a:gd name="connsiteY94" fmla="*/ 346863 h 5630150"/>
              <a:gd name="connsiteX95" fmla="*/ 3928236 w 4545444"/>
              <a:gd name="connsiteY95" fmla="*/ 257395 h 5630150"/>
              <a:gd name="connsiteX96" fmla="*/ 3891077 w 4545444"/>
              <a:gd name="connsiteY96" fmla="*/ 204911 h 5630150"/>
              <a:gd name="connsiteX97" fmla="*/ 3831079 w 4545444"/>
              <a:gd name="connsiteY97" fmla="*/ 108914 h 5630150"/>
              <a:gd name="connsiteX98" fmla="*/ 3851464 w 4545444"/>
              <a:gd name="connsiteY98" fmla="*/ 131023 h 5630150"/>
              <a:gd name="connsiteX99" fmla="*/ 3891271 w 4545444"/>
              <a:gd name="connsiteY99" fmla="*/ 184563 h 5630150"/>
              <a:gd name="connsiteX100" fmla="*/ 3881402 w 4545444"/>
              <a:gd name="connsiteY100" fmla="*/ 191248 h 5630150"/>
              <a:gd name="connsiteX101" fmla="*/ 3866868 w 4545444"/>
              <a:gd name="connsiteY101" fmla="*/ 170720 h 5630150"/>
              <a:gd name="connsiteX102" fmla="*/ 3823189 w 4545444"/>
              <a:gd name="connsiteY102" fmla="*/ 115974 h 5630150"/>
              <a:gd name="connsiteX103" fmla="*/ 3730658 w 4545444"/>
              <a:gd name="connsiteY103" fmla="*/ 0 h 5630150"/>
              <a:gd name="connsiteX104" fmla="*/ 3822781 w 4545444"/>
              <a:gd name="connsiteY104" fmla="*/ 99914 h 5630150"/>
              <a:gd name="connsiteX105" fmla="*/ 3814969 w 4545444"/>
              <a:gd name="connsiteY105" fmla="*/ 105670 h 563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4545444" h="5630150">
                <a:moveTo>
                  <a:pt x="2256537" y="5459202"/>
                </a:moveTo>
                <a:lnTo>
                  <a:pt x="2494614" y="5490324"/>
                </a:lnTo>
                <a:cubicBezTo>
                  <a:pt x="3248051" y="5573048"/>
                  <a:pt x="4008214" y="5552417"/>
                  <a:pt x="4501279" y="5522041"/>
                </a:cubicBezTo>
                <a:cubicBezTo>
                  <a:pt x="4524421" y="5522041"/>
                  <a:pt x="4542935" y="5538242"/>
                  <a:pt x="4545249" y="5561385"/>
                </a:cubicBezTo>
                <a:cubicBezTo>
                  <a:pt x="4547563" y="5584529"/>
                  <a:pt x="4529049" y="5605358"/>
                  <a:pt x="4505907" y="5607672"/>
                </a:cubicBezTo>
                <a:cubicBezTo>
                  <a:pt x="3998668" y="5636023"/>
                  <a:pt x="3202626" y="5653742"/>
                  <a:pt x="2419318" y="5557726"/>
                </a:cubicBezTo>
                <a:lnTo>
                  <a:pt x="2235390" y="5531069"/>
                </a:lnTo>
                <a:close/>
                <a:moveTo>
                  <a:pt x="618660" y="4907146"/>
                </a:moveTo>
                <a:lnTo>
                  <a:pt x="632400" y="4917588"/>
                </a:lnTo>
                <a:cubicBezTo>
                  <a:pt x="956939" y="5146045"/>
                  <a:pt x="1389337" y="5295867"/>
                  <a:pt x="1856847" y="5391925"/>
                </a:cubicBezTo>
                <a:lnTo>
                  <a:pt x="2034852" y="5423658"/>
                </a:lnTo>
                <a:lnTo>
                  <a:pt x="2014093" y="5495358"/>
                </a:lnTo>
                <a:lnTo>
                  <a:pt x="1758065" y="5445168"/>
                </a:lnTo>
                <a:cubicBezTo>
                  <a:pt x="1328685" y="5348354"/>
                  <a:pt x="931595" y="5204783"/>
                  <a:pt x="623058" y="4995217"/>
                </a:cubicBezTo>
                <a:lnTo>
                  <a:pt x="574601" y="4959683"/>
                </a:lnTo>
                <a:close/>
                <a:moveTo>
                  <a:pt x="56894" y="3655972"/>
                </a:moveTo>
                <a:lnTo>
                  <a:pt x="114769" y="3681320"/>
                </a:lnTo>
                <a:lnTo>
                  <a:pt x="80108" y="3791413"/>
                </a:lnTo>
                <a:cubicBezTo>
                  <a:pt x="36211" y="3992545"/>
                  <a:pt x="66151" y="4215012"/>
                  <a:pt x="203845" y="4459754"/>
                </a:cubicBezTo>
                <a:cubicBezTo>
                  <a:pt x="264592" y="4567588"/>
                  <a:pt x="341815" y="4665151"/>
                  <a:pt x="432817" y="4753361"/>
                </a:cubicBezTo>
                <a:lnTo>
                  <a:pt x="437043" y="4757128"/>
                </a:lnTo>
                <a:lnTo>
                  <a:pt x="393339" y="4809243"/>
                </a:lnTo>
                <a:lnTo>
                  <a:pt x="316280" y="4730599"/>
                </a:lnTo>
                <a:cubicBezTo>
                  <a:pt x="228451" y="4632436"/>
                  <a:pt x="156043" y="4523978"/>
                  <a:pt x="102021" y="4404210"/>
                </a:cubicBezTo>
                <a:cubicBezTo>
                  <a:pt x="-16002" y="4141676"/>
                  <a:pt x="-25657" y="3905829"/>
                  <a:pt x="42457" y="3693267"/>
                </a:cubicBezTo>
                <a:close/>
                <a:moveTo>
                  <a:pt x="929004" y="2786814"/>
                </a:moveTo>
                <a:lnTo>
                  <a:pt x="956746" y="2834023"/>
                </a:lnTo>
                <a:lnTo>
                  <a:pt x="807170" y="2926453"/>
                </a:lnTo>
                <a:cubicBezTo>
                  <a:pt x="608715" y="3055790"/>
                  <a:pt x="424743" y="3204817"/>
                  <a:pt x="289168" y="3374474"/>
                </a:cubicBezTo>
                <a:lnTo>
                  <a:pt x="202845" y="3497409"/>
                </a:lnTo>
                <a:lnTo>
                  <a:pt x="145829" y="3472437"/>
                </a:lnTo>
                <a:lnTo>
                  <a:pt x="199129" y="3391464"/>
                </a:lnTo>
                <a:cubicBezTo>
                  <a:pt x="360399" y="3169649"/>
                  <a:pt x="606694" y="2977213"/>
                  <a:pt x="889422" y="2808754"/>
                </a:cubicBezTo>
                <a:close/>
                <a:moveTo>
                  <a:pt x="1866690" y="2342652"/>
                </a:moveTo>
                <a:lnTo>
                  <a:pt x="1887488" y="2393291"/>
                </a:lnTo>
                <a:lnTo>
                  <a:pt x="1840098" y="2412028"/>
                </a:lnTo>
                <a:cubicBezTo>
                  <a:pt x="1736774" y="2453321"/>
                  <a:pt x="1640084" y="2493135"/>
                  <a:pt x="1553013" y="2531900"/>
                </a:cubicBezTo>
                <a:cubicBezTo>
                  <a:pt x="1462182" y="2572691"/>
                  <a:pt x="1364371" y="2618110"/>
                  <a:pt x="1263822" y="2668275"/>
                </a:cubicBezTo>
                <a:lnTo>
                  <a:pt x="1050436" y="2783374"/>
                </a:lnTo>
                <a:lnTo>
                  <a:pt x="1022313" y="2735091"/>
                </a:lnTo>
                <a:lnTo>
                  <a:pt x="1139549" y="2670106"/>
                </a:lnTo>
                <a:cubicBezTo>
                  <a:pt x="1310738" y="2581420"/>
                  <a:pt x="1489289" y="2500060"/>
                  <a:pt x="1666136" y="2425016"/>
                </a:cubicBezTo>
                <a:close/>
                <a:moveTo>
                  <a:pt x="2691412" y="2019045"/>
                </a:moveTo>
                <a:lnTo>
                  <a:pt x="2709493" y="2058447"/>
                </a:lnTo>
                <a:lnTo>
                  <a:pt x="2515802" y="2143103"/>
                </a:lnTo>
                <a:cubicBezTo>
                  <a:pt x="2338903" y="2216486"/>
                  <a:pt x="2163509" y="2284612"/>
                  <a:pt x="1999688" y="2348928"/>
                </a:cubicBezTo>
                <a:lnTo>
                  <a:pt x="1967235" y="2361760"/>
                </a:lnTo>
                <a:lnTo>
                  <a:pt x="1946919" y="2310047"/>
                </a:lnTo>
                <a:lnTo>
                  <a:pt x="2182498" y="2217829"/>
                </a:lnTo>
                <a:cubicBezTo>
                  <a:pt x="2346871" y="2154412"/>
                  <a:pt x="2500473" y="2096303"/>
                  <a:pt x="2634236" y="2042495"/>
                </a:cubicBezTo>
                <a:close/>
                <a:moveTo>
                  <a:pt x="3419929" y="1652893"/>
                </a:moveTo>
                <a:lnTo>
                  <a:pt x="3435936" y="1679865"/>
                </a:lnTo>
                <a:lnTo>
                  <a:pt x="3366230" y="1725659"/>
                </a:lnTo>
                <a:cubicBezTo>
                  <a:pt x="3212281" y="1820595"/>
                  <a:pt x="3043056" y="1907857"/>
                  <a:pt x="2868625" y="1988895"/>
                </a:cubicBezTo>
                <a:lnTo>
                  <a:pt x="2779467" y="2027864"/>
                </a:lnTo>
                <a:lnTo>
                  <a:pt x="2761652" y="1989574"/>
                </a:lnTo>
                <a:lnTo>
                  <a:pt x="2818870" y="1964884"/>
                </a:lnTo>
                <a:cubicBezTo>
                  <a:pt x="2942679" y="1909918"/>
                  <a:pt x="3080517" y="1845984"/>
                  <a:pt x="3218283" y="1771311"/>
                </a:cubicBezTo>
                <a:close/>
                <a:moveTo>
                  <a:pt x="3856693" y="1280930"/>
                </a:moveTo>
                <a:lnTo>
                  <a:pt x="3878857" y="1298486"/>
                </a:lnTo>
                <a:lnTo>
                  <a:pt x="3876698" y="1301552"/>
                </a:lnTo>
                <a:cubicBezTo>
                  <a:pt x="3781380" y="1419528"/>
                  <a:pt x="3657364" y="1527897"/>
                  <a:pt x="3514716" y="1628110"/>
                </a:cubicBezTo>
                <a:lnTo>
                  <a:pt x="3492103" y="1642966"/>
                </a:lnTo>
                <a:lnTo>
                  <a:pt x="3475028" y="1614196"/>
                </a:lnTo>
                <a:lnTo>
                  <a:pt x="3617263" y="1513296"/>
                </a:lnTo>
                <a:cubicBezTo>
                  <a:pt x="3679023" y="1464333"/>
                  <a:pt x="3737239" y="1412242"/>
                  <a:pt x="3790149" y="1356801"/>
                </a:cubicBezTo>
                <a:close/>
                <a:moveTo>
                  <a:pt x="4049529" y="911879"/>
                </a:moveTo>
                <a:lnTo>
                  <a:pt x="4075412" y="916031"/>
                </a:lnTo>
                <a:lnTo>
                  <a:pt x="4071869" y="931641"/>
                </a:lnTo>
                <a:cubicBezTo>
                  <a:pt x="4049346" y="1012031"/>
                  <a:pt x="4013278" y="1094833"/>
                  <a:pt x="3962076" y="1180319"/>
                </a:cubicBezTo>
                <a:lnTo>
                  <a:pt x="3914053" y="1248509"/>
                </a:lnTo>
                <a:lnTo>
                  <a:pt x="3893587" y="1232095"/>
                </a:lnTo>
                <a:lnTo>
                  <a:pt x="3931196" y="1180211"/>
                </a:lnTo>
                <a:cubicBezTo>
                  <a:pt x="3971731" y="1117849"/>
                  <a:pt x="4005196" y="1051917"/>
                  <a:pt x="4029829" y="982194"/>
                </a:cubicBezTo>
                <a:close/>
                <a:moveTo>
                  <a:pt x="4087808" y="593511"/>
                </a:moveTo>
                <a:lnTo>
                  <a:pt x="4093474" y="622281"/>
                </a:lnTo>
                <a:cubicBezTo>
                  <a:pt x="4104254" y="696733"/>
                  <a:pt x="4103603" y="773228"/>
                  <a:pt x="4089935" y="852043"/>
                </a:cubicBezTo>
                <a:lnTo>
                  <a:pt x="4087219" y="864013"/>
                </a:lnTo>
                <a:lnTo>
                  <a:pt x="4061852" y="860755"/>
                </a:lnTo>
                <a:lnTo>
                  <a:pt x="4075471" y="761421"/>
                </a:lnTo>
                <a:cubicBezTo>
                  <a:pt x="4078364" y="721499"/>
                  <a:pt x="4078075" y="683239"/>
                  <a:pt x="4074987" y="646404"/>
                </a:cubicBezTo>
                <a:lnTo>
                  <a:pt x="4067029" y="597339"/>
                </a:lnTo>
                <a:close/>
                <a:moveTo>
                  <a:pt x="4011395" y="373947"/>
                </a:moveTo>
                <a:lnTo>
                  <a:pt x="4028427" y="404785"/>
                </a:lnTo>
                <a:cubicBezTo>
                  <a:pt x="4049797" y="451877"/>
                  <a:pt x="4066792" y="499755"/>
                  <a:pt x="4078941" y="548501"/>
                </a:cubicBezTo>
                <a:lnTo>
                  <a:pt x="4080499" y="556408"/>
                </a:lnTo>
                <a:lnTo>
                  <a:pt x="4060972" y="560005"/>
                </a:lnTo>
                <a:lnTo>
                  <a:pt x="4057716" y="539931"/>
                </a:lnTo>
                <a:cubicBezTo>
                  <a:pt x="4049418" y="505704"/>
                  <a:pt x="4038706" y="472661"/>
                  <a:pt x="4025964" y="440563"/>
                </a:cubicBezTo>
                <a:lnTo>
                  <a:pt x="3997595" y="380051"/>
                </a:lnTo>
                <a:close/>
                <a:moveTo>
                  <a:pt x="3901155" y="197856"/>
                </a:moveTo>
                <a:lnTo>
                  <a:pt x="3951662" y="265789"/>
                </a:lnTo>
                <a:lnTo>
                  <a:pt x="3997798" y="349324"/>
                </a:lnTo>
                <a:lnTo>
                  <a:pt x="3985699" y="354676"/>
                </a:lnTo>
                <a:lnTo>
                  <a:pt x="3982036" y="346863"/>
                </a:lnTo>
                <a:cubicBezTo>
                  <a:pt x="3965620" y="316415"/>
                  <a:pt x="3947559" y="286672"/>
                  <a:pt x="3928236" y="257395"/>
                </a:cubicBezTo>
                <a:lnTo>
                  <a:pt x="3891077" y="204911"/>
                </a:lnTo>
                <a:close/>
                <a:moveTo>
                  <a:pt x="3831079" y="108914"/>
                </a:moveTo>
                <a:lnTo>
                  <a:pt x="3851464" y="131023"/>
                </a:lnTo>
                <a:lnTo>
                  <a:pt x="3891271" y="184563"/>
                </a:lnTo>
                <a:lnTo>
                  <a:pt x="3881402" y="191248"/>
                </a:lnTo>
                <a:lnTo>
                  <a:pt x="3866868" y="170720"/>
                </a:lnTo>
                <a:lnTo>
                  <a:pt x="3823189" y="115974"/>
                </a:lnTo>
                <a:close/>
                <a:moveTo>
                  <a:pt x="3730658" y="0"/>
                </a:moveTo>
                <a:lnTo>
                  <a:pt x="3822781" y="99914"/>
                </a:lnTo>
                <a:lnTo>
                  <a:pt x="3814969" y="1056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Freeform 21"/>
          <p:cNvSpPr>
            <a:spLocks/>
          </p:cNvSpPr>
          <p:nvPr/>
        </p:nvSpPr>
        <p:spPr bwMode="auto">
          <a:xfrm>
            <a:off x="4467101" y="5958345"/>
            <a:ext cx="444073" cy="407825"/>
          </a:xfrm>
          <a:custGeom>
            <a:avLst/>
            <a:gdLst>
              <a:gd name="T0" fmla="*/ 0 w 537"/>
              <a:gd name="T1" fmla="*/ 490 h 490"/>
              <a:gd name="T2" fmla="*/ 339 w 537"/>
              <a:gd name="T3" fmla="*/ 0 h 490"/>
              <a:gd name="T4" fmla="*/ 537 w 537"/>
              <a:gd name="T5" fmla="*/ 130 h 490"/>
              <a:gd name="T6" fmla="*/ 433 w 537"/>
              <a:gd name="T7" fmla="*/ 426 h 490"/>
              <a:gd name="T8" fmla="*/ 0 w 537"/>
              <a:gd name="T9" fmla="*/ 49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7" h="490">
                <a:moveTo>
                  <a:pt x="0" y="490"/>
                </a:moveTo>
                <a:lnTo>
                  <a:pt x="339" y="0"/>
                </a:lnTo>
                <a:lnTo>
                  <a:pt x="537" y="130"/>
                </a:lnTo>
                <a:lnTo>
                  <a:pt x="433" y="426"/>
                </a:lnTo>
                <a:lnTo>
                  <a:pt x="0" y="490"/>
                </a:lnTo>
                <a:close/>
              </a:path>
            </a:pathLst>
          </a:custGeom>
          <a:solidFill>
            <a:srgbClr val="6C79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5" name="Freeform 33"/>
          <p:cNvSpPr>
            <a:spLocks/>
          </p:cNvSpPr>
          <p:nvPr/>
        </p:nvSpPr>
        <p:spPr bwMode="auto">
          <a:xfrm>
            <a:off x="3252249" y="1833683"/>
            <a:ext cx="255527" cy="775700"/>
          </a:xfrm>
          <a:custGeom>
            <a:avLst/>
            <a:gdLst>
              <a:gd name="T0" fmla="*/ 153 w 309"/>
              <a:gd name="T1" fmla="*/ 932 h 932"/>
              <a:gd name="T2" fmla="*/ 0 w 309"/>
              <a:gd name="T3" fmla="*/ 156 h 932"/>
              <a:gd name="T4" fmla="*/ 127 w 309"/>
              <a:gd name="T5" fmla="*/ 0 h 932"/>
              <a:gd name="T6" fmla="*/ 309 w 309"/>
              <a:gd name="T7" fmla="*/ 156 h 932"/>
              <a:gd name="T8" fmla="*/ 153 w 309"/>
              <a:gd name="T9" fmla="*/ 932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9" h="932">
                <a:moveTo>
                  <a:pt x="153" y="932"/>
                </a:moveTo>
                <a:lnTo>
                  <a:pt x="0" y="156"/>
                </a:lnTo>
                <a:lnTo>
                  <a:pt x="127" y="0"/>
                </a:lnTo>
                <a:lnTo>
                  <a:pt x="309" y="156"/>
                </a:lnTo>
                <a:lnTo>
                  <a:pt x="153" y="9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6" name="Oval 34"/>
          <p:cNvSpPr>
            <a:spLocks noChangeArrowheads="1"/>
          </p:cNvSpPr>
          <p:nvPr/>
        </p:nvSpPr>
        <p:spPr bwMode="auto">
          <a:xfrm>
            <a:off x="3001684" y="1290194"/>
            <a:ext cx="756660" cy="762383"/>
          </a:xfrm>
          <a:prstGeom prst="ellipse">
            <a:avLst/>
          </a:prstGeom>
          <a:solidFill>
            <a:schemeClr val="accent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7" name="Oval 35"/>
          <p:cNvSpPr>
            <a:spLocks noChangeArrowheads="1"/>
          </p:cNvSpPr>
          <p:nvPr/>
        </p:nvSpPr>
        <p:spPr bwMode="auto">
          <a:xfrm>
            <a:off x="3081898" y="1370926"/>
            <a:ext cx="596232" cy="600918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" name="Freeform 74"/>
          <p:cNvSpPr>
            <a:spLocks/>
          </p:cNvSpPr>
          <p:nvPr/>
        </p:nvSpPr>
        <p:spPr bwMode="auto">
          <a:xfrm>
            <a:off x="879120" y="2921710"/>
            <a:ext cx="310107" cy="944656"/>
          </a:xfrm>
          <a:custGeom>
            <a:avLst/>
            <a:gdLst>
              <a:gd name="T0" fmla="*/ 186 w 375"/>
              <a:gd name="T1" fmla="*/ 1135 h 1135"/>
              <a:gd name="T2" fmla="*/ 0 w 375"/>
              <a:gd name="T3" fmla="*/ 189 h 1135"/>
              <a:gd name="T4" fmla="*/ 156 w 375"/>
              <a:gd name="T5" fmla="*/ 0 h 1135"/>
              <a:gd name="T6" fmla="*/ 375 w 375"/>
              <a:gd name="T7" fmla="*/ 189 h 1135"/>
              <a:gd name="T8" fmla="*/ 186 w 375"/>
              <a:gd name="T9" fmla="*/ 1135 h 1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5" h="1135">
                <a:moveTo>
                  <a:pt x="186" y="1135"/>
                </a:moveTo>
                <a:lnTo>
                  <a:pt x="0" y="189"/>
                </a:lnTo>
                <a:lnTo>
                  <a:pt x="156" y="0"/>
                </a:lnTo>
                <a:lnTo>
                  <a:pt x="375" y="189"/>
                </a:lnTo>
                <a:lnTo>
                  <a:pt x="186" y="113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0" name="Oval 75"/>
          <p:cNvSpPr>
            <a:spLocks noChangeArrowheads="1"/>
          </p:cNvSpPr>
          <p:nvPr/>
        </p:nvSpPr>
        <p:spPr bwMode="auto">
          <a:xfrm>
            <a:off x="571494" y="2258370"/>
            <a:ext cx="922876" cy="930507"/>
          </a:xfrm>
          <a:prstGeom prst="ellipse">
            <a:avLst/>
          </a:pr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1" name="Oval 76"/>
          <p:cNvSpPr>
            <a:spLocks noChangeArrowheads="1"/>
          </p:cNvSpPr>
          <p:nvPr/>
        </p:nvSpPr>
        <p:spPr bwMode="auto">
          <a:xfrm>
            <a:off x="669074" y="2358246"/>
            <a:ext cx="727716" cy="730756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3" name="Freeform 42"/>
          <p:cNvSpPr>
            <a:spLocks/>
          </p:cNvSpPr>
          <p:nvPr/>
        </p:nvSpPr>
        <p:spPr bwMode="auto">
          <a:xfrm>
            <a:off x="3600403" y="4459693"/>
            <a:ext cx="437456" cy="1326680"/>
          </a:xfrm>
          <a:custGeom>
            <a:avLst/>
            <a:gdLst>
              <a:gd name="T0" fmla="*/ 265 w 529"/>
              <a:gd name="T1" fmla="*/ 1594 h 1594"/>
              <a:gd name="T2" fmla="*/ 0 w 529"/>
              <a:gd name="T3" fmla="*/ 265 h 1594"/>
              <a:gd name="T4" fmla="*/ 220 w 529"/>
              <a:gd name="T5" fmla="*/ 0 h 1594"/>
              <a:gd name="T6" fmla="*/ 529 w 529"/>
              <a:gd name="T7" fmla="*/ 265 h 1594"/>
              <a:gd name="T8" fmla="*/ 265 w 529"/>
              <a:gd name="T9" fmla="*/ 1594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9" h="1594">
                <a:moveTo>
                  <a:pt x="265" y="1594"/>
                </a:moveTo>
                <a:lnTo>
                  <a:pt x="0" y="265"/>
                </a:lnTo>
                <a:lnTo>
                  <a:pt x="220" y="0"/>
                </a:lnTo>
                <a:lnTo>
                  <a:pt x="529" y="265"/>
                </a:lnTo>
                <a:lnTo>
                  <a:pt x="265" y="159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4" name="Oval 43"/>
          <p:cNvSpPr>
            <a:spLocks noChangeArrowheads="1"/>
          </p:cNvSpPr>
          <p:nvPr/>
        </p:nvSpPr>
        <p:spPr bwMode="auto">
          <a:xfrm>
            <a:off x="3172043" y="3529186"/>
            <a:ext cx="1296658" cy="1305040"/>
          </a:xfrm>
          <a:prstGeom prst="ellipse">
            <a:avLst/>
          </a:prstGeom>
          <a:solidFill>
            <a:schemeClr val="accent5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5" name="Oval 44"/>
          <p:cNvSpPr>
            <a:spLocks noChangeArrowheads="1"/>
          </p:cNvSpPr>
          <p:nvPr/>
        </p:nvSpPr>
        <p:spPr bwMode="auto">
          <a:xfrm>
            <a:off x="3308490" y="3666515"/>
            <a:ext cx="1021284" cy="1027886"/>
          </a:xfrm>
          <a:prstGeom prst="ellipse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6" name="Shape 2753"/>
          <p:cNvSpPr/>
          <p:nvPr/>
        </p:nvSpPr>
        <p:spPr>
          <a:xfrm>
            <a:off x="3189151" y="1426567"/>
            <a:ext cx="381727" cy="432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00" y="18655"/>
                </a:moveTo>
                <a:cubicBezTo>
                  <a:pt x="13468" y="18655"/>
                  <a:pt x="13200" y="18874"/>
                  <a:pt x="13200" y="19145"/>
                </a:cubicBezTo>
                <a:cubicBezTo>
                  <a:pt x="13200" y="19417"/>
                  <a:pt x="13468" y="19636"/>
                  <a:pt x="13800" y="19636"/>
                </a:cubicBezTo>
                <a:cubicBezTo>
                  <a:pt x="14132" y="19636"/>
                  <a:pt x="14400" y="19417"/>
                  <a:pt x="14400" y="19145"/>
                </a:cubicBezTo>
                <a:cubicBezTo>
                  <a:pt x="14400" y="18874"/>
                  <a:pt x="14132" y="18655"/>
                  <a:pt x="13800" y="18655"/>
                </a:cubicBezTo>
                <a:moveTo>
                  <a:pt x="10200" y="15709"/>
                </a:moveTo>
                <a:cubicBezTo>
                  <a:pt x="9868" y="15709"/>
                  <a:pt x="9600" y="15490"/>
                  <a:pt x="9600" y="15218"/>
                </a:cubicBezTo>
                <a:cubicBezTo>
                  <a:pt x="9600" y="14947"/>
                  <a:pt x="9868" y="14727"/>
                  <a:pt x="10200" y="14727"/>
                </a:cubicBezTo>
                <a:cubicBezTo>
                  <a:pt x="10532" y="14727"/>
                  <a:pt x="10800" y="14947"/>
                  <a:pt x="10800" y="15218"/>
                </a:cubicBezTo>
                <a:cubicBezTo>
                  <a:pt x="10800" y="15490"/>
                  <a:pt x="10532" y="15709"/>
                  <a:pt x="10200" y="15709"/>
                </a:cubicBezTo>
                <a:moveTo>
                  <a:pt x="10200" y="13745"/>
                </a:moveTo>
                <a:cubicBezTo>
                  <a:pt x="9206" y="13745"/>
                  <a:pt x="8400" y="14405"/>
                  <a:pt x="8400" y="15218"/>
                </a:cubicBezTo>
                <a:cubicBezTo>
                  <a:pt x="8400" y="16031"/>
                  <a:pt x="9206" y="16691"/>
                  <a:pt x="10200" y="16691"/>
                </a:cubicBezTo>
                <a:cubicBezTo>
                  <a:pt x="11194" y="16691"/>
                  <a:pt x="12000" y="16031"/>
                  <a:pt x="12000" y="15218"/>
                </a:cubicBezTo>
                <a:cubicBezTo>
                  <a:pt x="12000" y="14405"/>
                  <a:pt x="11194" y="13745"/>
                  <a:pt x="10200" y="13745"/>
                </a:cubicBezTo>
                <a:moveTo>
                  <a:pt x="15600" y="13745"/>
                </a:moveTo>
                <a:cubicBezTo>
                  <a:pt x="14938" y="13745"/>
                  <a:pt x="14400" y="14186"/>
                  <a:pt x="14400" y="14727"/>
                </a:cubicBezTo>
                <a:cubicBezTo>
                  <a:pt x="14400" y="15269"/>
                  <a:pt x="14938" y="15709"/>
                  <a:pt x="15600" y="15709"/>
                </a:cubicBezTo>
                <a:cubicBezTo>
                  <a:pt x="16262" y="15709"/>
                  <a:pt x="16800" y="15269"/>
                  <a:pt x="16800" y="14727"/>
                </a:cubicBezTo>
                <a:cubicBezTo>
                  <a:pt x="16800" y="14186"/>
                  <a:pt x="16262" y="13745"/>
                  <a:pt x="15600" y="13745"/>
                </a:cubicBezTo>
                <a:moveTo>
                  <a:pt x="14400" y="20618"/>
                </a:moveTo>
                <a:lnTo>
                  <a:pt x="7200" y="20618"/>
                </a:lnTo>
                <a:cubicBezTo>
                  <a:pt x="3892" y="20618"/>
                  <a:pt x="1200" y="18416"/>
                  <a:pt x="1200" y="15709"/>
                </a:cubicBezTo>
                <a:cubicBezTo>
                  <a:pt x="1200" y="13123"/>
                  <a:pt x="2182" y="11620"/>
                  <a:pt x="3320" y="9880"/>
                </a:cubicBezTo>
                <a:cubicBezTo>
                  <a:pt x="3477" y="9639"/>
                  <a:pt x="3636" y="9392"/>
                  <a:pt x="3797" y="9140"/>
                </a:cubicBezTo>
                <a:cubicBezTo>
                  <a:pt x="3905" y="9093"/>
                  <a:pt x="6420" y="8038"/>
                  <a:pt x="9814" y="9625"/>
                </a:cubicBezTo>
                <a:cubicBezTo>
                  <a:pt x="10959" y="10160"/>
                  <a:pt x="12064" y="10360"/>
                  <a:pt x="13079" y="10360"/>
                </a:cubicBezTo>
                <a:cubicBezTo>
                  <a:pt x="15152" y="10360"/>
                  <a:pt x="16846" y="9523"/>
                  <a:pt x="17711" y="8991"/>
                </a:cubicBezTo>
                <a:cubicBezTo>
                  <a:pt x="17902" y="9295"/>
                  <a:pt x="18093" y="9592"/>
                  <a:pt x="18280" y="9880"/>
                </a:cubicBezTo>
                <a:cubicBezTo>
                  <a:pt x="19418" y="11620"/>
                  <a:pt x="20400" y="13123"/>
                  <a:pt x="20400" y="15709"/>
                </a:cubicBezTo>
                <a:cubicBezTo>
                  <a:pt x="20400" y="18416"/>
                  <a:pt x="17708" y="20618"/>
                  <a:pt x="14400" y="20618"/>
                </a:cubicBezTo>
                <a:moveTo>
                  <a:pt x="5967" y="2945"/>
                </a:moveTo>
                <a:lnTo>
                  <a:pt x="15633" y="2945"/>
                </a:lnTo>
                <a:cubicBezTo>
                  <a:pt x="15782" y="5133"/>
                  <a:pt x="16425" y="6735"/>
                  <a:pt x="17180" y="8090"/>
                </a:cubicBezTo>
                <a:cubicBezTo>
                  <a:pt x="16281" y="8690"/>
                  <a:pt x="13509" y="10220"/>
                  <a:pt x="10410" y="8772"/>
                </a:cubicBezTo>
                <a:cubicBezTo>
                  <a:pt x="7921" y="7609"/>
                  <a:pt x="5800" y="7679"/>
                  <a:pt x="4520" y="7912"/>
                </a:cubicBezTo>
                <a:cubicBezTo>
                  <a:pt x="5231" y="6594"/>
                  <a:pt x="5824" y="5037"/>
                  <a:pt x="5967" y="2945"/>
                </a:cubicBezTo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43" y="2945"/>
                </a:move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757" y="2945"/>
                </a:lnTo>
                <a:cubicBezTo>
                  <a:pt x="4322" y="8937"/>
                  <a:pt x="0" y="10114"/>
                  <a:pt x="0" y="15709"/>
                </a:cubicBezTo>
                <a:cubicBezTo>
                  <a:pt x="0" y="18962"/>
                  <a:pt x="3224" y="21600"/>
                  <a:pt x="7200" y="21600"/>
                </a:cubicBezTo>
                <a:lnTo>
                  <a:pt x="14400" y="21600"/>
                </a:lnTo>
                <a:cubicBezTo>
                  <a:pt x="18376" y="21600"/>
                  <a:pt x="21600" y="18962"/>
                  <a:pt x="21600" y="15709"/>
                </a:cubicBezTo>
                <a:cubicBezTo>
                  <a:pt x="21600" y="10114"/>
                  <a:pt x="17278" y="8937"/>
                  <a:pt x="16843" y="2945"/>
                </a:cubicBezTo>
                <a:moveTo>
                  <a:pt x="17400" y="11782"/>
                </a:moveTo>
                <a:cubicBezTo>
                  <a:pt x="17068" y="11782"/>
                  <a:pt x="16800" y="12001"/>
                  <a:pt x="16800" y="12273"/>
                </a:cubicBezTo>
                <a:cubicBezTo>
                  <a:pt x="16800" y="12544"/>
                  <a:pt x="17068" y="12764"/>
                  <a:pt x="17400" y="12764"/>
                </a:cubicBezTo>
                <a:cubicBezTo>
                  <a:pt x="17732" y="12764"/>
                  <a:pt x="18000" y="12544"/>
                  <a:pt x="18000" y="12273"/>
                </a:cubicBezTo>
                <a:cubicBezTo>
                  <a:pt x="18000" y="12001"/>
                  <a:pt x="17732" y="11782"/>
                  <a:pt x="17400" y="11782"/>
                </a:cubicBezTo>
                <a:moveTo>
                  <a:pt x="6000" y="10800"/>
                </a:moveTo>
                <a:cubicBezTo>
                  <a:pt x="5338" y="10800"/>
                  <a:pt x="4800" y="11240"/>
                  <a:pt x="4800" y="11782"/>
                </a:cubicBezTo>
                <a:cubicBezTo>
                  <a:pt x="4800" y="12324"/>
                  <a:pt x="5338" y="12764"/>
                  <a:pt x="6000" y="12764"/>
                </a:cubicBezTo>
                <a:cubicBezTo>
                  <a:pt x="6662" y="12764"/>
                  <a:pt x="7200" y="12324"/>
                  <a:pt x="7200" y="11782"/>
                </a:cubicBezTo>
                <a:cubicBezTo>
                  <a:pt x="7200" y="11240"/>
                  <a:pt x="6662" y="10800"/>
                  <a:pt x="6000" y="10800"/>
                </a:cubicBezTo>
                <a:moveTo>
                  <a:pt x="5400" y="16691"/>
                </a:moveTo>
                <a:cubicBezTo>
                  <a:pt x="5068" y="16691"/>
                  <a:pt x="4800" y="16910"/>
                  <a:pt x="4800" y="17182"/>
                </a:cubicBezTo>
                <a:cubicBezTo>
                  <a:pt x="4800" y="17453"/>
                  <a:pt x="5068" y="17673"/>
                  <a:pt x="5400" y="17673"/>
                </a:cubicBezTo>
                <a:cubicBezTo>
                  <a:pt x="5732" y="17673"/>
                  <a:pt x="6000" y="17453"/>
                  <a:pt x="6000" y="17182"/>
                </a:cubicBezTo>
                <a:cubicBezTo>
                  <a:pt x="6000" y="16910"/>
                  <a:pt x="5732" y="16691"/>
                  <a:pt x="5400" y="16691"/>
                </a:cubicBezTo>
              </a:path>
            </a:pathLst>
          </a:custGeom>
          <a:solidFill>
            <a:schemeClr val="bg1">
              <a:lumMod val="75000"/>
            </a:schemeClr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marL="0" marR="0" lvl="0" indent="0" algn="l" defTabSz="1714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1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Shape 2787"/>
          <p:cNvSpPr/>
          <p:nvPr/>
        </p:nvSpPr>
        <p:spPr>
          <a:xfrm>
            <a:off x="3631724" y="3866366"/>
            <a:ext cx="466265" cy="4325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chemeClr val="bg1">
              <a:lumMod val="75000"/>
            </a:schemeClr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marL="0" marR="0" lvl="0" indent="0" algn="l" defTabSz="1714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1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Shape 2774"/>
          <p:cNvSpPr/>
          <p:nvPr/>
        </p:nvSpPr>
        <p:spPr>
          <a:xfrm>
            <a:off x="813920" y="2455730"/>
            <a:ext cx="466554" cy="432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chemeClr val="bg1">
              <a:lumMod val="75000"/>
            </a:schemeClr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marL="0" marR="0" lvl="0" indent="0" algn="l" defTabSz="1714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1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Freeform 55"/>
          <p:cNvSpPr>
            <a:spLocks/>
          </p:cNvSpPr>
          <p:nvPr/>
        </p:nvSpPr>
        <p:spPr bwMode="auto">
          <a:xfrm>
            <a:off x="4753317" y="4425982"/>
            <a:ext cx="343677" cy="416511"/>
          </a:xfrm>
          <a:custGeom>
            <a:avLst/>
            <a:gdLst>
              <a:gd name="T0" fmla="*/ 2 w 491"/>
              <a:gd name="T1" fmla="*/ 370 h 608"/>
              <a:gd name="T2" fmla="*/ 49 w 491"/>
              <a:gd name="T3" fmla="*/ 332 h 608"/>
              <a:gd name="T4" fmla="*/ 112 w 491"/>
              <a:gd name="T5" fmla="*/ 338 h 608"/>
              <a:gd name="T6" fmla="*/ 112 w 491"/>
              <a:gd name="T7" fmla="*/ 337 h 608"/>
              <a:gd name="T8" fmla="*/ 62 w 491"/>
              <a:gd name="T9" fmla="*/ 331 h 608"/>
              <a:gd name="T10" fmla="*/ 29 w 491"/>
              <a:gd name="T11" fmla="*/ 285 h 608"/>
              <a:gd name="T12" fmla="*/ 71 w 491"/>
              <a:gd name="T13" fmla="*/ 247 h 608"/>
              <a:gd name="T14" fmla="*/ 238 w 491"/>
              <a:gd name="T15" fmla="*/ 264 h 608"/>
              <a:gd name="T16" fmla="*/ 262 w 491"/>
              <a:gd name="T17" fmla="*/ 264 h 608"/>
              <a:gd name="T18" fmla="*/ 254 w 491"/>
              <a:gd name="T19" fmla="*/ 124 h 608"/>
              <a:gd name="T20" fmla="*/ 350 w 491"/>
              <a:gd name="T21" fmla="*/ 47 h 608"/>
              <a:gd name="T22" fmla="*/ 355 w 491"/>
              <a:gd name="T23" fmla="*/ 168 h 608"/>
              <a:gd name="T24" fmla="*/ 440 w 491"/>
              <a:gd name="T25" fmla="*/ 342 h 608"/>
              <a:gd name="T26" fmla="*/ 491 w 491"/>
              <a:gd name="T27" fmla="*/ 368 h 608"/>
              <a:gd name="T28" fmla="*/ 491 w 491"/>
              <a:gd name="T29" fmla="*/ 579 h 608"/>
              <a:gd name="T30" fmla="*/ 292 w 491"/>
              <a:gd name="T31" fmla="*/ 608 h 608"/>
              <a:gd name="T32" fmla="*/ 166 w 491"/>
              <a:gd name="T33" fmla="*/ 595 h 608"/>
              <a:gd name="T34" fmla="*/ 62 w 491"/>
              <a:gd name="T35" fmla="*/ 584 h 608"/>
              <a:gd name="T36" fmla="*/ 33 w 491"/>
              <a:gd name="T37" fmla="*/ 539 h 608"/>
              <a:gd name="T38" fmla="*/ 59 w 491"/>
              <a:gd name="T39" fmla="*/ 502 h 608"/>
              <a:gd name="T40" fmla="*/ 45 w 491"/>
              <a:gd name="T41" fmla="*/ 500 h 608"/>
              <a:gd name="T42" fmla="*/ 12 w 491"/>
              <a:gd name="T43" fmla="*/ 454 h 608"/>
              <a:gd name="T44" fmla="*/ 45 w 491"/>
              <a:gd name="T45" fmla="*/ 417 h 608"/>
              <a:gd name="T46" fmla="*/ 40 w 491"/>
              <a:gd name="T47" fmla="*/ 416 h 608"/>
              <a:gd name="T48" fmla="*/ 2 w 491"/>
              <a:gd name="T49" fmla="*/ 37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91" h="608">
                <a:moveTo>
                  <a:pt x="2" y="370"/>
                </a:moveTo>
                <a:cubicBezTo>
                  <a:pt x="5" y="347"/>
                  <a:pt x="25" y="330"/>
                  <a:pt x="49" y="332"/>
                </a:cubicBezTo>
                <a:cubicBezTo>
                  <a:pt x="112" y="338"/>
                  <a:pt x="112" y="338"/>
                  <a:pt x="112" y="338"/>
                </a:cubicBezTo>
                <a:cubicBezTo>
                  <a:pt x="112" y="337"/>
                  <a:pt x="112" y="337"/>
                  <a:pt x="112" y="337"/>
                </a:cubicBezTo>
                <a:cubicBezTo>
                  <a:pt x="62" y="331"/>
                  <a:pt x="62" y="331"/>
                  <a:pt x="62" y="331"/>
                </a:cubicBezTo>
                <a:cubicBezTo>
                  <a:pt x="42" y="329"/>
                  <a:pt x="27" y="309"/>
                  <a:pt x="29" y="285"/>
                </a:cubicBezTo>
                <a:cubicBezTo>
                  <a:pt x="32" y="262"/>
                  <a:pt x="50" y="245"/>
                  <a:pt x="71" y="247"/>
                </a:cubicBezTo>
                <a:cubicBezTo>
                  <a:pt x="238" y="264"/>
                  <a:pt x="238" y="264"/>
                  <a:pt x="238" y="264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2" y="264"/>
                  <a:pt x="228" y="249"/>
                  <a:pt x="254" y="124"/>
                </a:cubicBezTo>
                <a:cubicBezTo>
                  <a:pt x="280" y="0"/>
                  <a:pt x="350" y="47"/>
                  <a:pt x="350" y="47"/>
                </a:cubicBezTo>
                <a:cubicBezTo>
                  <a:pt x="350" y="47"/>
                  <a:pt x="351" y="153"/>
                  <a:pt x="355" y="168"/>
                </a:cubicBezTo>
                <a:cubicBezTo>
                  <a:pt x="359" y="183"/>
                  <a:pt x="440" y="342"/>
                  <a:pt x="440" y="342"/>
                </a:cubicBezTo>
                <a:cubicBezTo>
                  <a:pt x="440" y="351"/>
                  <a:pt x="491" y="359"/>
                  <a:pt x="491" y="368"/>
                </a:cubicBezTo>
                <a:cubicBezTo>
                  <a:pt x="490" y="441"/>
                  <a:pt x="491" y="503"/>
                  <a:pt x="491" y="579"/>
                </a:cubicBezTo>
                <a:cubicBezTo>
                  <a:pt x="437" y="565"/>
                  <a:pt x="408" y="608"/>
                  <a:pt x="292" y="608"/>
                </a:cubicBezTo>
                <a:cubicBezTo>
                  <a:pt x="254" y="608"/>
                  <a:pt x="206" y="601"/>
                  <a:pt x="166" y="595"/>
                </a:cubicBezTo>
                <a:cubicBezTo>
                  <a:pt x="62" y="584"/>
                  <a:pt x="62" y="584"/>
                  <a:pt x="62" y="584"/>
                </a:cubicBezTo>
                <a:cubicBezTo>
                  <a:pt x="44" y="582"/>
                  <a:pt x="31" y="562"/>
                  <a:pt x="33" y="539"/>
                </a:cubicBezTo>
                <a:cubicBezTo>
                  <a:pt x="35" y="521"/>
                  <a:pt x="46" y="506"/>
                  <a:pt x="59" y="502"/>
                </a:cubicBezTo>
                <a:cubicBezTo>
                  <a:pt x="45" y="500"/>
                  <a:pt x="45" y="500"/>
                  <a:pt x="45" y="500"/>
                </a:cubicBezTo>
                <a:cubicBezTo>
                  <a:pt x="25" y="498"/>
                  <a:pt x="10" y="478"/>
                  <a:pt x="12" y="454"/>
                </a:cubicBezTo>
                <a:cubicBezTo>
                  <a:pt x="14" y="434"/>
                  <a:pt x="28" y="420"/>
                  <a:pt x="45" y="417"/>
                </a:cubicBezTo>
                <a:cubicBezTo>
                  <a:pt x="40" y="416"/>
                  <a:pt x="40" y="416"/>
                  <a:pt x="40" y="416"/>
                </a:cubicBezTo>
                <a:cubicBezTo>
                  <a:pt x="17" y="414"/>
                  <a:pt x="0" y="393"/>
                  <a:pt x="2" y="3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srgbClr val="2B2B2B">
                  <a:lumMod val="50000"/>
                  <a:lumOff val="50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39254" y="3017617"/>
            <a:ext cx="134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261495" y="3654074"/>
            <a:ext cx="134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32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/>
              <a:t>03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548002" y="2400343"/>
            <a:ext cx="3629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试用期工作总结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550402" y="3051566"/>
            <a:ext cx="3629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痛点分析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544771" y="3668265"/>
            <a:ext cx="3629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后续改善思路与行动计划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44771" y="4290531"/>
            <a:ext cx="3507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对公司的改善建议及改善方案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59095" y="4256418"/>
            <a:ext cx="134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32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 smtClean="0"/>
              <a:t>04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1824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28170" y="342959"/>
            <a:ext cx="621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268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一、试用期工作总结</a:t>
            </a:r>
            <a:endParaRPr lang="zh-CN" altLang="en-US" sz="2000" b="1" spc="2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8170" y="1412776"/>
            <a:ext cx="8176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基于</a:t>
            </a:r>
            <a:r>
              <a:rPr lang="en-US" altLang="zh-CN" dirty="0"/>
              <a:t>Spring </a:t>
            </a:r>
            <a:r>
              <a:rPr lang="en-US" altLang="zh-CN" dirty="0" err="1"/>
              <a:t>Boot+Spring</a:t>
            </a:r>
            <a:r>
              <a:rPr lang="en-US" altLang="zh-CN" dirty="0"/>
              <a:t> </a:t>
            </a:r>
            <a:r>
              <a:rPr lang="en-US" altLang="zh-CN" dirty="0" err="1" smtClean="0"/>
              <a:t>MVC+Mybatis</a:t>
            </a:r>
            <a:r>
              <a:rPr lang="zh-CN" altLang="en-US" dirty="0"/>
              <a:t>的</a:t>
            </a:r>
            <a:r>
              <a:rPr lang="zh-CN" altLang="en-US" dirty="0" smtClean="0"/>
              <a:t>展厅机器人平台配置后台框架搭建，完成展厅机器人需求开发。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基于</a:t>
            </a:r>
            <a:r>
              <a:rPr lang="en-US" altLang="zh-CN" dirty="0" smtClean="0"/>
              <a:t>Vue2.6+viewui</a:t>
            </a:r>
            <a:r>
              <a:rPr lang="zh-CN" altLang="en-US" dirty="0" smtClean="0"/>
              <a:t>搭建展厅机器人的前端框架搭建。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/>
              <a:t>完成</a:t>
            </a:r>
            <a:r>
              <a:rPr lang="zh-CN" altLang="en-US" dirty="0" smtClean="0"/>
              <a:t>阿里云测试环境搭建。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实现基于</a:t>
            </a:r>
            <a:r>
              <a:rPr lang="en-US" altLang="zh-CN" dirty="0" err="1" smtClean="0"/>
              <a:t>Netty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websocket</a:t>
            </a:r>
            <a:r>
              <a:rPr lang="zh-CN" altLang="en-US" dirty="0" smtClean="0"/>
              <a:t>即时通讯平台。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921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441512" y="332656"/>
            <a:ext cx="621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268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二、痛点分析</a:t>
            </a:r>
            <a:endParaRPr lang="zh-CN" altLang="en-US" sz="2000" b="1" spc="2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124744"/>
            <a:ext cx="6480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系统偏向功能性，在美观和交互上有所欠缺。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基础支撑模块较少，后期实际在生产环境运行，需要全面的监控系统和日志系统。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 开发环境约束多，有些用习惯的软件无法使用、遇到技术问题和外界交流比较困难。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04784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41512" y="332656"/>
            <a:ext cx="621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268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三、后续改善思路与行动计划</a:t>
            </a:r>
            <a:endParaRPr lang="en-US" altLang="zh-CN" sz="2000" b="1" spc="268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8377707"/>
              </p:ext>
            </p:extLst>
          </p:nvPr>
        </p:nvGraphicFramePr>
        <p:xfrm>
          <a:off x="356936" y="1268760"/>
          <a:ext cx="8424937" cy="4968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7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95493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151893643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316265730"/>
                    </a:ext>
                  </a:extLst>
                </a:gridCol>
              </a:tblGrid>
              <a:tr h="4098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重点事项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关键举措、目标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闭环时间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技术方面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加深技术深度的积累，跟上业内新技术。以周为单位制定学习计划。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汤政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4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项目层面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把各项工作内容按照</a:t>
                      </a:r>
                      <a:r>
                        <a:rPr kumimoji="0" lang="en-US" altLang="zh-CN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PDCA</a:t>
                      </a: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进行管理，不断前进、不断提高。避免陷入无计划。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汤政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4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健康管理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养成健康的作息时间，培养一个健康、科学的锻炼习惯。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2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汤政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202980"/>
                  </a:ext>
                </a:extLst>
              </a:tr>
              <a:tr h="7744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069787"/>
                  </a:ext>
                </a:extLst>
              </a:tr>
              <a:tr h="7744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19095"/>
                  </a:ext>
                </a:extLst>
              </a:tr>
              <a:tr h="7744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zh-CN" altLang="en-US" sz="12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kumimoji="0" lang="zh-CN" altLang="en-US" sz="12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5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27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1512" y="332656"/>
            <a:ext cx="621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268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四、对公司的改善建议及改善方案</a:t>
            </a:r>
            <a:endParaRPr lang="zh-CN" altLang="en-US" sz="2000" b="1" spc="2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528" y="1052736"/>
            <a:ext cx="83529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停车位太少。</a:t>
            </a:r>
            <a:endParaRPr lang="en-US" altLang="zh-CN" dirty="0" smtClean="0"/>
          </a:p>
          <a:p>
            <a:r>
              <a:rPr lang="en-US" altLang="zh-CN" dirty="0" smtClean="0"/>
              <a:t>    </a:t>
            </a:r>
            <a:r>
              <a:rPr lang="zh-CN" altLang="en-US" dirty="0" smtClean="0"/>
              <a:t>可以考虑在附近租借一部分车位。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团队活动太少，团队缺少氛围和凝聚力。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希望公司能定期安排一些团队活动，有利于提升团队凝聚力。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公司公寓对已婚人士不够友好。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希望公司的单间公寓能对已婚的员工开放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802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ull.png" descr="descr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">
            <a:off x="2189486" y="13689"/>
            <a:ext cx="1634290" cy="844687"/>
          </a:xfrm>
          <a:prstGeom prst="rect">
            <a:avLst/>
          </a:prstGeom>
        </p:spPr>
      </p:pic>
      <p:pic>
        <p:nvPicPr>
          <p:cNvPr id="4" name="null.png" descr="descr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21600000">
            <a:off x="251015" y="-9089"/>
            <a:ext cx="2595899" cy="1343774"/>
          </a:xfrm>
          <a:prstGeom prst="rect">
            <a:avLst/>
          </a:prstGeom>
        </p:spPr>
      </p:pic>
      <p:pic>
        <p:nvPicPr>
          <p:cNvPr id="5" name="null.png" descr="descr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10797810">
            <a:off x="3166607" y="-8613"/>
            <a:ext cx="1495855" cy="815050"/>
          </a:xfrm>
          <a:prstGeom prst="rect">
            <a:avLst/>
          </a:prstGeom>
        </p:spPr>
      </p:pic>
      <p:pic>
        <p:nvPicPr>
          <p:cNvPr id="7" name="null.png" descr="descr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8094975">
            <a:off x="8495689" y="5933337"/>
            <a:ext cx="978347" cy="505661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3190468" y="2852936"/>
            <a:ext cx="1871663" cy="6286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altLang="zh-CN" sz="3750" i="0" spc="0" dirty="0">
                <a:ln w="0">
                  <a:noFill/>
                </a:ln>
                <a:solidFill>
                  <a:srgbClr val="F09A3D">
                    <a:alpha val="100000"/>
                  </a:srgbClr>
                </a:solidFill>
                <a:latin typeface="Microsoft YaHei" pitchFamily="34" charset="-122"/>
                <a:ea typeface="Microsoft YaHei" pitchFamily="34" charset="-122"/>
              </a:rPr>
              <a:t>TNANK</a:t>
            </a:r>
            <a:endParaRPr lang="zh-CN" altLang="en-US" sz="3750" i="0" spc="0" dirty="0">
              <a:ln w="0">
                <a:noFill/>
              </a:ln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5021600" y="2852936"/>
            <a:ext cx="1119188" cy="466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altLang="zh-CN" sz="3750" i="0" spc="0" dirty="0">
                <a:ln w="0">
                  <a:noFill/>
                </a:ln>
                <a:solidFill>
                  <a:srgbClr val="009898">
                    <a:alpha val="100000"/>
                  </a:srgbClr>
                </a:solidFill>
                <a:latin typeface="Microsoft YaHei" pitchFamily="34" charset="-122"/>
                <a:ea typeface="Microsoft YaHei" pitchFamily="34" charset="-122"/>
              </a:rPr>
              <a:t>YOU</a:t>
            </a:r>
            <a:endParaRPr lang="zh-CN" altLang="en-US" sz="3750" i="0" spc="0" dirty="0">
              <a:ln w="0">
                <a:noFill/>
              </a:ln>
              <a:latin typeface="Microsoft YaHei" pitchFamily="34" charset="-122"/>
              <a:ea typeface="Microsoft YaHei" pitchFamily="34" charset="-122"/>
            </a:endParaRPr>
          </a:p>
        </p:txBody>
      </p:sp>
      <p:pic>
        <p:nvPicPr>
          <p:cNvPr id="10" name="null.png" descr="descr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6200000">
            <a:off x="-991710" y="1028511"/>
            <a:ext cx="4059337" cy="2029694"/>
          </a:xfrm>
          <a:prstGeom prst="rect">
            <a:avLst/>
          </a:prstGeom>
        </p:spPr>
      </p:pic>
      <p:pic>
        <p:nvPicPr>
          <p:cNvPr id="11" name="null.png" descr="descr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799052">
            <a:off x="6660389" y="5661561"/>
            <a:ext cx="2285404" cy="114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7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8a5fe01-4d0f-4ca2-ae04-eb4bcd28ca3d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6448</TotalTime>
  <Words>337</Words>
  <Application>Microsoft Office PowerPoint</Application>
  <PresentationFormat>全屏显示(4:3)</PresentationFormat>
  <Paragraphs>58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Gill Sans</vt:lpstr>
      <vt:lpstr>Gotham-Bold</vt:lpstr>
      <vt:lpstr>Gotham-Medium</vt:lpstr>
      <vt:lpstr>Open Sans</vt:lpstr>
      <vt:lpstr>宋体</vt:lpstr>
      <vt:lpstr>微软雅黑</vt:lpstr>
      <vt:lpstr>微软雅黑</vt:lpstr>
      <vt:lpstr>Arial</vt:lpstr>
      <vt:lpstr>Calibri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洗涤电器事业部</dc:title>
  <dc:creator>刘佳</dc:creator>
  <cp:lastModifiedBy>Midea</cp:lastModifiedBy>
  <cp:revision>368</cp:revision>
  <dcterms:modified xsi:type="dcterms:W3CDTF">2021-08-05T01:59:17Z</dcterms:modified>
</cp:coreProperties>
</file>